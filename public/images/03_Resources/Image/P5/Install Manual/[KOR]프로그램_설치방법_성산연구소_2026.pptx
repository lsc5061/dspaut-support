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62" r:id="rId5"/>
    <p:sldId id="268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F432F-5742-497A-9BD9-F9A580822CEF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1CD01-3F73-4AB2-AC61-6B3F6F2DAC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345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99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263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66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14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05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32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016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27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87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43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9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2188B-891D-40E6-8DB5-17AFA9743CC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4BB40-3C3A-45BB-BCE3-0A89037B9FE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Picture 28" descr="C:\Users\Administrator\Desktop\DEEPSOUND_logo_1__png\DEEPSOUND_1열_metal.png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3050" y="6111558"/>
            <a:ext cx="2333625" cy="5403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직선 연결선 8"/>
          <p:cNvCxnSpPr/>
          <p:nvPr userDrawn="1"/>
        </p:nvCxnSpPr>
        <p:spPr>
          <a:xfrm>
            <a:off x="0" y="6381750"/>
            <a:ext cx="9163050" cy="0"/>
          </a:xfrm>
          <a:prstGeom prst="line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11496675" y="6381751"/>
            <a:ext cx="695325" cy="0"/>
          </a:xfrm>
          <a:prstGeom prst="line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689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134408" y="89958"/>
            <a:ext cx="2760134" cy="6942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</a:rPr>
              <a:t>Program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548467" y="2556933"/>
            <a:ext cx="6159812" cy="1041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solidFill>
                  <a:schemeClr val="tx1"/>
                </a:solidFill>
              </a:rPr>
              <a:t>프로그램 설치 방법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0" y="79057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90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D0FA-E828-CB52-1906-8374D9316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5DD27817-19B1-4756-C217-0A2C66214AF2}"/>
              </a:ext>
            </a:extLst>
          </p:cNvPr>
          <p:cNvSpPr/>
          <p:nvPr/>
        </p:nvSpPr>
        <p:spPr>
          <a:xfrm>
            <a:off x="134408" y="89958"/>
            <a:ext cx="2760134" cy="6942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설치 전 준비 사항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D069D1F-1543-8750-1880-E06BF51C18A1}"/>
              </a:ext>
            </a:extLst>
          </p:cNvPr>
          <p:cNvCxnSpPr/>
          <p:nvPr/>
        </p:nvCxnSpPr>
        <p:spPr>
          <a:xfrm>
            <a:off x="0" y="79057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2B6854E-C53A-AEF5-321A-9C1659A0D2D8}"/>
              </a:ext>
            </a:extLst>
          </p:cNvPr>
          <p:cNvSpPr txBox="1"/>
          <p:nvPr/>
        </p:nvSpPr>
        <p:spPr>
          <a:xfrm>
            <a:off x="3777064" y="452731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USB x1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68AB4-9CDB-821D-B983-33ABE53B2566}"/>
              </a:ext>
            </a:extLst>
          </p:cNvPr>
          <p:cNvSpPr txBox="1"/>
          <p:nvPr/>
        </p:nvSpPr>
        <p:spPr>
          <a:xfrm>
            <a:off x="632924" y="459567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장비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03270-1C3F-5A17-A816-B96528B8E704}"/>
              </a:ext>
            </a:extLst>
          </p:cNvPr>
          <p:cNvSpPr txBox="1"/>
          <p:nvPr/>
        </p:nvSpPr>
        <p:spPr>
          <a:xfrm>
            <a:off x="6173567" y="452731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설치 프로그램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86DF79-A72B-B958-A21D-8F4F049565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7" t="10000" r="20833" b="10277"/>
          <a:stretch/>
        </p:blipFill>
        <p:spPr>
          <a:xfrm>
            <a:off x="632924" y="1509579"/>
            <a:ext cx="2743200" cy="27336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5591E89-FC54-1387-36A5-D5F9219F2F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489" y="2145914"/>
            <a:ext cx="2038350" cy="20383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8BE148-FB06-EC22-F7F8-241093FA30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083" y="2282768"/>
            <a:ext cx="1892119" cy="18921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ACDD73E-BAFB-75E1-AEF6-01E68C114B9C}"/>
              </a:ext>
            </a:extLst>
          </p:cNvPr>
          <p:cNvSpPr txBox="1"/>
          <p:nvPr/>
        </p:nvSpPr>
        <p:spPr>
          <a:xfrm>
            <a:off x="9159490" y="452731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USB </a:t>
            </a:r>
            <a:r>
              <a:rPr lang="ko-KR" altLang="en-US" dirty="0"/>
              <a:t>허브</a:t>
            </a:r>
            <a:r>
              <a:rPr lang="en-US" altLang="ko-KR" dirty="0"/>
              <a:t> x1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3D1BAD6-0F2A-17F8-885E-2CF959C35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455" y="2438141"/>
            <a:ext cx="105742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53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/>
        </p:nvSpPr>
        <p:spPr>
          <a:xfrm>
            <a:off x="134408" y="89958"/>
            <a:ext cx="2760134" cy="6942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설치 진행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0" y="79057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4408" y="962025"/>
            <a:ext cx="1184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압축을 풀고 프로그램을 </a:t>
            </a:r>
            <a:r>
              <a:rPr lang="en-US" altLang="ko-KR" dirty="0"/>
              <a:t>USB</a:t>
            </a:r>
            <a:r>
              <a:rPr lang="ko-KR" altLang="en-US" dirty="0"/>
              <a:t>에 이동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" y="4510147"/>
            <a:ext cx="11553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#1 </a:t>
            </a:r>
            <a:r>
              <a:rPr lang="ko-KR" altLang="en-US" dirty="0"/>
              <a:t>홈페이지에서 </a:t>
            </a:r>
            <a:r>
              <a:rPr lang="en-US" altLang="ko-KR" dirty="0"/>
              <a:t>.exe</a:t>
            </a:r>
            <a:r>
              <a:rPr lang="ko-KR" altLang="en-US" dirty="0"/>
              <a:t>을 다운 받고 압축을 푼 후에 </a:t>
            </a:r>
            <a:r>
              <a:rPr lang="en-US" altLang="ko-KR" dirty="0"/>
              <a:t>USB</a:t>
            </a:r>
            <a:r>
              <a:rPr lang="ko-KR" altLang="en-US" dirty="0"/>
              <a:t>에 프로그램을 옮겨서 놓고 장비 오른쪽 </a:t>
            </a:r>
            <a:r>
              <a:rPr lang="en-US" altLang="ko-KR" dirty="0"/>
              <a:t>USB </a:t>
            </a:r>
            <a:r>
              <a:rPr lang="ko-KR" altLang="en-US" dirty="0"/>
              <a:t>허브와 </a:t>
            </a:r>
            <a:r>
              <a:rPr lang="en-US" altLang="ko-KR" dirty="0"/>
              <a:t>USB</a:t>
            </a:r>
            <a:r>
              <a:rPr lang="ko-KR" altLang="en-US" dirty="0"/>
              <a:t>를 연결한다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#2 </a:t>
            </a:r>
            <a:r>
              <a:rPr lang="ko-KR" altLang="en-US" dirty="0"/>
              <a:t>추가로</a:t>
            </a:r>
            <a:r>
              <a:rPr lang="en-US" altLang="ko-KR" dirty="0"/>
              <a:t>, </a:t>
            </a:r>
            <a:r>
              <a:rPr lang="ko-KR" altLang="en-US" dirty="0"/>
              <a:t>마우스 및 키보드도 같이 연결하면 쉽게 진행할 수 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2992B5-17E6-CC32-7CD8-6FC6CB3843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108" y="2286910"/>
            <a:ext cx="2038350" cy="2038350"/>
          </a:xfrm>
          <a:prstGeom prst="rect">
            <a:avLst/>
          </a:prstGeom>
        </p:spPr>
      </p:pic>
      <p:sp>
        <p:nvSpPr>
          <p:cNvPr id="19" name="화살표: 아래로 구부러짐 18">
            <a:extLst>
              <a:ext uri="{FF2B5EF4-FFF2-40B4-BE49-F238E27FC236}">
                <a16:creationId xmlns:a16="http://schemas.microsoft.com/office/drawing/2014/main" id="{121EAA1B-6080-F8D9-F254-11DF58A77994}"/>
              </a:ext>
            </a:extLst>
          </p:cNvPr>
          <p:cNvSpPr/>
          <p:nvPr/>
        </p:nvSpPr>
        <p:spPr>
          <a:xfrm>
            <a:off x="3115009" y="1715743"/>
            <a:ext cx="4259767" cy="671121"/>
          </a:xfrm>
          <a:prstGeom prst="curvedDownArrow">
            <a:avLst>
              <a:gd name="adj1" fmla="val 25000"/>
              <a:gd name="adj2" fmla="val 70592"/>
              <a:gd name="adj3" fmla="val 288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28FC21B-987B-592E-2133-1197C3CE59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458" y="2299843"/>
            <a:ext cx="1892119" cy="189211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9CA2CCA-AAF2-920D-02C3-17F6A39E9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6229" y="2663954"/>
            <a:ext cx="105742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62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E0FF-1B4B-7A0C-7476-F3E422FA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B3A35FFB-60AB-178F-214A-D5242663DDC0}"/>
              </a:ext>
            </a:extLst>
          </p:cNvPr>
          <p:cNvSpPr/>
          <p:nvPr/>
        </p:nvSpPr>
        <p:spPr>
          <a:xfrm>
            <a:off x="134408" y="89958"/>
            <a:ext cx="2760134" cy="6942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설치 진행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F01D11C-3247-5F8E-4D82-BF7E8797A0DA}"/>
              </a:ext>
            </a:extLst>
          </p:cNvPr>
          <p:cNvCxnSpPr/>
          <p:nvPr/>
        </p:nvCxnSpPr>
        <p:spPr>
          <a:xfrm>
            <a:off x="0" y="79057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31A97BD-4CF8-E35D-2700-9F218F1248DB}"/>
              </a:ext>
            </a:extLst>
          </p:cNvPr>
          <p:cNvSpPr txBox="1"/>
          <p:nvPr/>
        </p:nvSpPr>
        <p:spPr>
          <a:xfrm>
            <a:off x="134408" y="962025"/>
            <a:ext cx="1184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Minimize</a:t>
            </a:r>
            <a:r>
              <a:rPr lang="ko-KR" altLang="en-US" dirty="0"/>
              <a:t>를 클릭하여 바탕화면으로 이동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C5DF10-9B26-343A-96A2-86E9D192046E}"/>
              </a:ext>
            </a:extLst>
          </p:cNvPr>
          <p:cNvSpPr txBox="1"/>
          <p:nvPr/>
        </p:nvSpPr>
        <p:spPr>
          <a:xfrm>
            <a:off x="428625" y="4325260"/>
            <a:ext cx="11553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#3 </a:t>
            </a:r>
            <a:r>
              <a:rPr lang="ko-KR" altLang="en-US" dirty="0"/>
              <a:t>프로그램에서 환경 설정 아이콘을 클릭하면 창이 발생한다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#4 </a:t>
            </a:r>
            <a:r>
              <a:rPr lang="ko-KR" altLang="en-US" dirty="0"/>
              <a:t>해당 창에서 </a:t>
            </a:r>
            <a:r>
              <a:rPr lang="en-US" altLang="ko-KR" dirty="0"/>
              <a:t>Device </a:t>
            </a:r>
            <a:r>
              <a:rPr lang="ko-KR" altLang="en-US" dirty="0"/>
              <a:t>목록을 클릭한다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#5 Device</a:t>
            </a:r>
            <a:r>
              <a:rPr lang="ko-KR" altLang="en-US" dirty="0"/>
              <a:t> 목록에 </a:t>
            </a:r>
            <a:r>
              <a:rPr lang="en-US" altLang="ko-KR" dirty="0"/>
              <a:t>Minimize </a:t>
            </a:r>
            <a:r>
              <a:rPr lang="ko-KR" altLang="en-US" dirty="0"/>
              <a:t>버튼을 클릭하여 바탕화면에 진입한다</a:t>
            </a:r>
            <a:r>
              <a:rPr lang="en-US" altLang="ko-KR" dirty="0"/>
              <a:t>.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FAB73F4-1D70-8CFF-EE2E-5FCFD3DACAEF}"/>
              </a:ext>
            </a:extLst>
          </p:cNvPr>
          <p:cNvGrpSpPr/>
          <p:nvPr/>
        </p:nvGrpSpPr>
        <p:grpSpPr>
          <a:xfrm>
            <a:off x="400498" y="1717705"/>
            <a:ext cx="2227953" cy="2461189"/>
            <a:chOff x="241928" y="1657884"/>
            <a:chExt cx="2227953" cy="246118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009E47B-33E6-5C2A-738E-BD35DFA10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015" b="41699"/>
            <a:stretch/>
          </p:blipFill>
          <p:spPr>
            <a:xfrm>
              <a:off x="241928" y="1657884"/>
              <a:ext cx="2227953" cy="2461189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95A6C8F-ABB6-AB7F-A985-C7812EE056C2}"/>
                </a:ext>
              </a:extLst>
            </p:cNvPr>
            <p:cNvGrpSpPr/>
            <p:nvPr/>
          </p:nvGrpSpPr>
          <p:grpSpPr>
            <a:xfrm>
              <a:off x="592973" y="2068331"/>
              <a:ext cx="1525861" cy="759977"/>
              <a:chOff x="369527" y="1847199"/>
              <a:chExt cx="1525861" cy="759977"/>
            </a:xfrm>
          </p:grpSpPr>
          <p:sp>
            <p:nvSpPr>
              <p:cNvPr id="13" name="화살표: 아래쪽 12">
                <a:extLst>
                  <a:ext uri="{FF2B5EF4-FFF2-40B4-BE49-F238E27FC236}">
                    <a16:creationId xmlns:a16="http://schemas.microsoft.com/office/drawing/2014/main" id="{8B9C8FD2-5744-22F9-43DC-47A80E8E6AA3}"/>
                  </a:ext>
                </a:extLst>
              </p:cNvPr>
              <p:cNvSpPr/>
              <p:nvPr/>
            </p:nvSpPr>
            <p:spPr>
              <a:xfrm rot="7591757">
                <a:off x="518811" y="1697915"/>
                <a:ext cx="293039" cy="591607"/>
              </a:xfrm>
              <a:prstGeom prst="down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6AF981-2C8F-BF26-0BC3-225C8A0BDD5D}"/>
                  </a:ext>
                </a:extLst>
              </p:cNvPr>
              <p:cNvSpPr txBox="1"/>
              <p:nvPr/>
            </p:nvSpPr>
            <p:spPr>
              <a:xfrm>
                <a:off x="912621" y="2237844"/>
                <a:ext cx="9827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>
                    <a:solidFill>
                      <a:srgbClr val="FF0000"/>
                    </a:solidFill>
                  </a:rPr>
                  <a:t>클릭</a:t>
                </a:r>
              </a:p>
            </p:txBody>
          </p:sp>
        </p:grp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3B3241CC-1F89-1301-8778-68504754FA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494" y="1840034"/>
            <a:ext cx="3835339" cy="224727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9B6E9AF-48AE-7283-BE05-D65FE5FDF1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876" y="1840030"/>
            <a:ext cx="3835333" cy="2247266"/>
          </a:xfrm>
          <a:prstGeom prst="rect">
            <a:avLst/>
          </a:prstGeom>
        </p:spPr>
      </p:pic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D2620407-DED7-F270-9169-FC06F7EB1E69}"/>
              </a:ext>
            </a:extLst>
          </p:cNvPr>
          <p:cNvSpPr/>
          <p:nvPr/>
        </p:nvSpPr>
        <p:spPr>
          <a:xfrm rot="7591757">
            <a:off x="5035568" y="1843885"/>
            <a:ext cx="293039" cy="5916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0722AA-B81C-447C-4DD8-87FA6BD06A14}"/>
              </a:ext>
            </a:extLst>
          </p:cNvPr>
          <p:cNvSpPr txBox="1"/>
          <p:nvPr/>
        </p:nvSpPr>
        <p:spPr>
          <a:xfrm>
            <a:off x="5429378" y="2383814"/>
            <a:ext cx="98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클릭</a:t>
            </a:r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617579D4-A958-877A-506D-691F27CF4676}"/>
              </a:ext>
            </a:extLst>
          </p:cNvPr>
          <p:cNvSpPr/>
          <p:nvPr/>
        </p:nvSpPr>
        <p:spPr>
          <a:xfrm rot="7591757">
            <a:off x="9897161" y="3212716"/>
            <a:ext cx="293039" cy="591607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0EE141-2884-F0C1-B4F3-CFC7969CA8EE}"/>
              </a:ext>
            </a:extLst>
          </p:cNvPr>
          <p:cNvSpPr txBox="1"/>
          <p:nvPr/>
        </p:nvSpPr>
        <p:spPr>
          <a:xfrm>
            <a:off x="10290971" y="3752645"/>
            <a:ext cx="98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클릭</a:t>
            </a:r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270C5623-1179-A95E-830A-63C4E1DC857C}"/>
              </a:ext>
            </a:extLst>
          </p:cNvPr>
          <p:cNvSpPr/>
          <p:nvPr/>
        </p:nvSpPr>
        <p:spPr>
          <a:xfrm>
            <a:off x="2812619" y="2610740"/>
            <a:ext cx="397628" cy="675118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21ABB984-F2C9-78F8-F392-69253B785A8D}"/>
              </a:ext>
            </a:extLst>
          </p:cNvPr>
          <p:cNvSpPr/>
          <p:nvPr/>
        </p:nvSpPr>
        <p:spPr>
          <a:xfrm>
            <a:off x="7391208" y="2626104"/>
            <a:ext cx="397628" cy="675118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86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79057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71978" y="896535"/>
            <a:ext cx="1184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실행 중인 프로그램을 종료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F1DB2-5D79-C59F-4F57-40C35D0C43F9}"/>
              </a:ext>
            </a:extLst>
          </p:cNvPr>
          <p:cNvSpPr txBox="1"/>
          <p:nvPr/>
        </p:nvSpPr>
        <p:spPr>
          <a:xfrm>
            <a:off x="428625" y="4325260"/>
            <a:ext cx="11553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#5 </a:t>
            </a:r>
            <a:r>
              <a:rPr lang="ko-KR" altLang="en-US" dirty="0"/>
              <a:t>이미지와 같이 해당 아이콘에 마우스를 놓고 마우스 오른쪽 버튼을 클릭하면 </a:t>
            </a:r>
            <a:r>
              <a:rPr lang="en-US" altLang="ko-KR" dirty="0"/>
              <a:t>“Close window” </a:t>
            </a:r>
            <a:r>
              <a:rPr lang="ko-KR" altLang="en-US" dirty="0"/>
              <a:t>선택한다</a:t>
            </a:r>
            <a:r>
              <a:rPr lang="en-US" altLang="ko-KR" dirty="0"/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760AB1-6D1E-E704-A992-DB7F377F99E3}"/>
              </a:ext>
            </a:extLst>
          </p:cNvPr>
          <p:cNvGrpSpPr/>
          <p:nvPr/>
        </p:nvGrpSpPr>
        <p:grpSpPr>
          <a:xfrm>
            <a:off x="4604489" y="2247031"/>
            <a:ext cx="2983021" cy="1649104"/>
            <a:chOff x="2628900" y="2142256"/>
            <a:chExt cx="2983021" cy="164910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AE0315D-2745-BD0C-0215-A908709C10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745" r="81425"/>
            <a:stretch/>
          </p:blipFill>
          <p:spPr>
            <a:xfrm>
              <a:off x="2628900" y="2142256"/>
              <a:ext cx="2983021" cy="164910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3472A07-D9C4-D033-FDD5-633EE03DCCC9}"/>
                </a:ext>
              </a:extLst>
            </p:cNvPr>
            <p:cNvSpPr/>
            <p:nvPr/>
          </p:nvSpPr>
          <p:spPr>
            <a:xfrm>
              <a:off x="2868723" y="3115428"/>
              <a:ext cx="2350094" cy="30764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F045D6-CE85-BB4F-B225-9FF6A1673938}"/>
              </a:ext>
            </a:extLst>
          </p:cNvPr>
          <p:cNvSpPr/>
          <p:nvPr/>
        </p:nvSpPr>
        <p:spPr>
          <a:xfrm>
            <a:off x="134408" y="89958"/>
            <a:ext cx="2760134" cy="6942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설치 진행</a:t>
            </a:r>
          </a:p>
        </p:txBody>
      </p:sp>
    </p:spTree>
    <p:extLst>
      <p:ext uri="{BB962C8B-B14F-4D97-AF65-F5344CB8AC3E}">
        <p14:creationId xmlns:p14="http://schemas.microsoft.com/office/powerpoint/2010/main" val="163605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D40F9-989A-A7C0-BC8D-9C72D08F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043EF3-352F-82C9-B5A5-466BA742009F}"/>
              </a:ext>
            </a:extLst>
          </p:cNvPr>
          <p:cNvSpPr/>
          <p:nvPr/>
        </p:nvSpPr>
        <p:spPr>
          <a:xfrm>
            <a:off x="134408" y="89958"/>
            <a:ext cx="2760134" cy="6942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설치 진행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07E72DA-0C8F-E2B4-BCEA-F6AE0D0071C7}"/>
              </a:ext>
            </a:extLst>
          </p:cNvPr>
          <p:cNvCxnSpPr/>
          <p:nvPr/>
        </p:nvCxnSpPr>
        <p:spPr>
          <a:xfrm>
            <a:off x="0" y="79057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7B7ADF4-E428-8851-8038-3EE1EDFA3361}"/>
              </a:ext>
            </a:extLst>
          </p:cNvPr>
          <p:cNvSpPr txBox="1"/>
          <p:nvPr/>
        </p:nvSpPr>
        <p:spPr>
          <a:xfrm>
            <a:off x="134408" y="962025"/>
            <a:ext cx="1184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프로그램 설치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14AE4C-ABFE-5107-0718-0D54E1CF86D2}"/>
              </a:ext>
            </a:extLst>
          </p:cNvPr>
          <p:cNvSpPr txBox="1"/>
          <p:nvPr/>
        </p:nvSpPr>
        <p:spPr>
          <a:xfrm>
            <a:off x="428625" y="4325260"/>
            <a:ext cx="11553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#6</a:t>
            </a:r>
          </a:p>
          <a:p>
            <a:r>
              <a:rPr lang="en-US" altLang="ko-KR" dirty="0"/>
              <a:t>USB</a:t>
            </a:r>
            <a:r>
              <a:rPr lang="ko-KR" altLang="en-US" dirty="0"/>
              <a:t>에 옮겨 놓은 프로그램을 더블 클릭 후 새로운 창이 발생하면 </a:t>
            </a:r>
            <a:r>
              <a:rPr lang="en-US" altLang="ko-KR" dirty="0"/>
              <a:t>Install </a:t>
            </a:r>
            <a:r>
              <a:rPr lang="ko-KR" altLang="en-US" dirty="0"/>
              <a:t>키를 클릭하여 설치를 진행한다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설치 폴더 경로를 지정하는 목록이 발생하면 무시하고 다음을 클릭한다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원격에 사용할 경우에는 원하는 경로에 설치 가능</a:t>
            </a:r>
            <a:r>
              <a:rPr lang="en-US" altLang="ko-KR" dirty="0"/>
              <a:t>.)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70CEEF1-2AD0-1183-D12C-71254167E4A3}"/>
              </a:ext>
            </a:extLst>
          </p:cNvPr>
          <p:cNvSpPr/>
          <p:nvPr/>
        </p:nvSpPr>
        <p:spPr>
          <a:xfrm>
            <a:off x="4425817" y="2532740"/>
            <a:ext cx="397628" cy="675118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122C3D-9533-8FCF-B2B5-0F1934CA5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236" y="1446990"/>
            <a:ext cx="4020111" cy="27626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FBA1D50-1543-7EA3-EF6D-4FCB9848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542" y="2185188"/>
            <a:ext cx="105742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7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D385-F7E6-A801-F427-3948EED8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559021-C255-84AF-BAF4-F2DB5276650C}"/>
              </a:ext>
            </a:extLst>
          </p:cNvPr>
          <p:cNvSpPr/>
          <p:nvPr/>
        </p:nvSpPr>
        <p:spPr>
          <a:xfrm>
            <a:off x="134408" y="89958"/>
            <a:ext cx="2760134" cy="69426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설치 진행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8D2D523-E012-C925-4907-7EB636C714EB}"/>
              </a:ext>
            </a:extLst>
          </p:cNvPr>
          <p:cNvCxnSpPr/>
          <p:nvPr/>
        </p:nvCxnSpPr>
        <p:spPr>
          <a:xfrm>
            <a:off x="0" y="790575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948CC94-882B-FC56-CE39-18F3CD0E9785}"/>
              </a:ext>
            </a:extLst>
          </p:cNvPr>
          <p:cNvSpPr txBox="1"/>
          <p:nvPr/>
        </p:nvSpPr>
        <p:spPr>
          <a:xfrm>
            <a:off x="134408" y="962025"/>
            <a:ext cx="11848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설치 완료 후 장비 재부팅</a:t>
            </a:r>
            <a:r>
              <a:rPr lang="en-US" altLang="ko-KR" dirty="0"/>
              <a:t> (※ </a:t>
            </a:r>
            <a:r>
              <a:rPr lang="ko-KR" altLang="en-US" dirty="0"/>
              <a:t>프로그램 버전 체크</a:t>
            </a:r>
            <a:r>
              <a:rPr lang="en-US" altLang="ko-KR" dirty="0"/>
              <a:t>) </a:t>
            </a:r>
            <a:r>
              <a:rPr lang="ko-KR" altLang="en-US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A7DCCF-6A7D-A4D1-C618-C60C3E67C622}"/>
              </a:ext>
            </a:extLst>
          </p:cNvPr>
          <p:cNvSpPr txBox="1"/>
          <p:nvPr/>
        </p:nvSpPr>
        <p:spPr>
          <a:xfrm>
            <a:off x="428625" y="4325260"/>
            <a:ext cx="11553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#7 </a:t>
            </a:r>
            <a:r>
              <a:rPr lang="ko-KR" altLang="en-US" dirty="0"/>
              <a:t>프로그램은 자동으로 실행 되고 정상적으로 설치가 되면 사진과 같은 위치에서 버전을 확인할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#8 </a:t>
            </a:r>
            <a:r>
              <a:rPr lang="ko-KR" altLang="en-US" dirty="0"/>
              <a:t>버전이 변경 된 것을 확인하여 설치가 정상적으로 완료 된 것을 확인한다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3C8B2A-20ED-A916-431F-2E008DC34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5" t="30036"/>
          <a:stretch/>
        </p:blipFill>
        <p:spPr>
          <a:xfrm>
            <a:off x="3179034" y="1431200"/>
            <a:ext cx="4777101" cy="279421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12E316C-97E6-9063-9A68-2665856EAB89}"/>
              </a:ext>
            </a:extLst>
          </p:cNvPr>
          <p:cNvSpPr/>
          <p:nvPr/>
        </p:nvSpPr>
        <p:spPr>
          <a:xfrm>
            <a:off x="7159501" y="4035262"/>
            <a:ext cx="719722" cy="190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79DE58-8694-1A47-A6FE-9A5A132E3D3E}"/>
              </a:ext>
            </a:extLst>
          </p:cNvPr>
          <p:cNvSpPr txBox="1"/>
          <p:nvPr/>
        </p:nvSpPr>
        <p:spPr>
          <a:xfrm>
            <a:off x="7159501" y="3616008"/>
            <a:ext cx="98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체크</a:t>
            </a:r>
          </a:p>
        </p:txBody>
      </p:sp>
    </p:spTree>
    <p:extLst>
      <p:ext uri="{BB962C8B-B14F-4D97-AF65-F5344CB8AC3E}">
        <p14:creationId xmlns:p14="http://schemas.microsoft.com/office/powerpoint/2010/main" val="2339607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4932</TotalTime>
  <Words>212</Words>
  <Application>Microsoft Office PowerPoint</Application>
  <PresentationFormat>와이드스크린</PresentationFormat>
  <Paragraphs>38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 seungCheol</dc:creator>
  <cp:lastModifiedBy>이 승철</cp:lastModifiedBy>
  <cp:revision>74</cp:revision>
  <dcterms:created xsi:type="dcterms:W3CDTF">2018-10-31T02:12:31Z</dcterms:created>
  <dcterms:modified xsi:type="dcterms:W3CDTF">2026-06-25T08:28:58Z</dcterms:modified>
</cp:coreProperties>
</file>